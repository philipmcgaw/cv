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sldIdLst>
    <p:sldId id="295" r:id="rId5"/>
    <p:sldId id="310" r:id="rId6"/>
    <p:sldId id="299" r:id="rId7"/>
    <p:sldId id="307" r:id="rId8"/>
    <p:sldId id="306" r:id="rId9"/>
    <p:sldId id="308" r:id="rId10"/>
    <p:sldId id="309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6">
          <p15:clr>
            <a:srgbClr val="A4A3A4"/>
          </p15:clr>
        </p15:guide>
        <p15:guide id="2" orient="horz" pos="1747">
          <p15:clr>
            <a:srgbClr val="A4A3A4"/>
          </p15:clr>
        </p15:guide>
        <p15:guide id="3" orient="horz" pos="1837">
          <p15:clr>
            <a:srgbClr val="A4A3A4"/>
          </p15:clr>
        </p15:guide>
        <p15:guide id="4" orient="horz" pos="2926">
          <p15:clr>
            <a:srgbClr val="A4A3A4"/>
          </p15:clr>
        </p15:guide>
        <p15:guide id="5" orient="horz" pos="3034">
          <p15:clr>
            <a:srgbClr val="A4A3A4"/>
          </p15:clr>
        </p15:guide>
        <p15:guide id="6" pos="2835">
          <p15:clr>
            <a:srgbClr val="A4A3A4"/>
          </p15:clr>
        </p15:guide>
        <p15:guide id="7" pos="2925">
          <p15:clr>
            <a:srgbClr val="A4A3A4"/>
          </p15:clr>
        </p15:guide>
        <p15:guide id="8" pos="141">
          <p15:clr>
            <a:srgbClr val="A4A3A4"/>
          </p15:clr>
        </p15:guide>
        <p15:guide id="9" pos="1441">
          <p15:clr>
            <a:srgbClr val="A4A3A4"/>
          </p15:clr>
        </p15:guide>
        <p15:guide id="10" pos="1529">
          <p15:clr>
            <a:srgbClr val="A4A3A4"/>
          </p15:clr>
        </p15:guide>
        <p15:guide id="11" pos="4227">
          <p15:clr>
            <a:srgbClr val="A4A3A4"/>
          </p15:clr>
        </p15:guide>
        <p15:guide id="12" pos="4317">
          <p15:clr>
            <a:srgbClr val="A4A3A4"/>
          </p15:clr>
        </p15:guide>
        <p15:guide id="13" pos="561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006600"/>
    <a:srgbClr val="00CC00"/>
    <a:srgbClr val="000000"/>
    <a:srgbClr val="525252"/>
    <a:srgbClr val="005A2B"/>
    <a:srgbClr val="9E1B32"/>
    <a:srgbClr val="D8DDE0"/>
    <a:srgbClr val="E4DBC6"/>
    <a:srgbClr val="C4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944D19-1B47-46EE-972D-596D3382349F}" v="6" dt="2020-01-10T12:46:54.5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9" autoAdjust="0"/>
    <p:restoredTop sz="72079" autoAdjust="0"/>
  </p:normalViewPr>
  <p:slideViewPr>
    <p:cSldViewPr snapToGrid="0" showGuides="1">
      <p:cViewPr varScale="1">
        <p:scale>
          <a:sx n="138" d="100"/>
          <a:sy n="138" d="100"/>
        </p:scale>
        <p:origin x="126" y="774"/>
      </p:cViewPr>
      <p:guideLst>
        <p:guide orient="horz" pos="76"/>
        <p:guide orient="horz" pos="1747"/>
        <p:guide orient="horz" pos="1837"/>
        <p:guide orient="horz" pos="2926"/>
        <p:guide orient="horz" pos="3034"/>
        <p:guide pos="2835"/>
        <p:guide pos="2925"/>
        <p:guide pos="141"/>
        <p:guide pos="1441"/>
        <p:guide pos="1529"/>
        <p:guide pos="4227"/>
        <p:guide pos="4317"/>
        <p:guide pos="561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an Taylor" userId="S::ataylo47@jaguarlandrover.com::fd43dfca-7d93-4ed7-b4a6-db490ffe6862" providerId="AD" clId="Web-{34944D19-1B47-46EE-972D-596D3382349F}"/>
    <pc:docChg chg="modSld">
      <pc:chgData name="Adrian Taylor" userId="S::ataylo47@jaguarlandrover.com::fd43dfca-7d93-4ed7-b4a6-db490ffe6862" providerId="AD" clId="Web-{34944D19-1B47-46EE-972D-596D3382349F}" dt="2020-01-10T12:46:54.556" v="5" actId="1076"/>
      <pc:docMkLst>
        <pc:docMk/>
      </pc:docMkLst>
      <pc:sldChg chg="modSp">
        <pc:chgData name="Adrian Taylor" userId="S::ataylo47@jaguarlandrover.com::fd43dfca-7d93-4ed7-b4a6-db490ffe6862" providerId="AD" clId="Web-{34944D19-1B47-46EE-972D-596D3382349F}" dt="2020-01-10T12:46:54.556" v="5" actId="1076"/>
        <pc:sldMkLst>
          <pc:docMk/>
          <pc:sldMk cId="3277125357" sldId="307"/>
        </pc:sldMkLst>
        <pc:picChg chg="mod">
          <ac:chgData name="Adrian Taylor" userId="S::ataylo47@jaguarlandrover.com::fd43dfca-7d93-4ed7-b4a6-db490ffe6862" providerId="AD" clId="Web-{34944D19-1B47-46EE-972D-596D3382349F}" dt="2020-01-10T12:46:35.790" v="3" actId="14100"/>
          <ac:picMkLst>
            <pc:docMk/>
            <pc:sldMk cId="3277125357" sldId="307"/>
            <ac:picMk id="23" creationId="{00000000-0000-0000-0000-000000000000}"/>
          </ac:picMkLst>
        </pc:picChg>
        <pc:picChg chg="mod">
          <ac:chgData name="Adrian Taylor" userId="S::ataylo47@jaguarlandrover.com::fd43dfca-7d93-4ed7-b4a6-db490ffe6862" providerId="AD" clId="Web-{34944D19-1B47-46EE-972D-596D3382349F}" dt="2020-01-10T12:46:54.556" v="5" actId="1076"/>
          <ac:picMkLst>
            <pc:docMk/>
            <pc:sldMk cId="3277125357" sldId="307"/>
            <ac:picMk id="24" creationId="{00000000-0000-0000-0000-000000000000}"/>
          </ac:picMkLst>
        </pc:picChg>
      </pc:sldChg>
      <pc:sldChg chg="modSp">
        <pc:chgData name="Adrian Taylor" userId="S::ataylo47@jaguarlandrover.com::fd43dfca-7d93-4ed7-b4a6-db490ffe6862" providerId="AD" clId="Web-{34944D19-1B47-46EE-972D-596D3382349F}" dt="2020-01-10T12:41:17.583" v="1" actId="14100"/>
        <pc:sldMkLst>
          <pc:docMk/>
          <pc:sldMk cId="4191622814" sldId="308"/>
        </pc:sldMkLst>
        <pc:picChg chg="mod">
          <ac:chgData name="Adrian Taylor" userId="S::ataylo47@jaguarlandrover.com::fd43dfca-7d93-4ed7-b4a6-db490ffe6862" providerId="AD" clId="Web-{34944D19-1B47-46EE-972D-596D3382349F}" dt="2020-01-10T12:41:17.583" v="1" actId="14100"/>
          <ac:picMkLst>
            <pc:docMk/>
            <pc:sldMk cId="4191622814" sldId="308"/>
            <ac:picMk id="15" creationId="{00000000-0000-0000-0000-000000000000}"/>
          </ac:picMkLst>
        </pc:pic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29831F-C8BF-4C81-9259-DC456B4501DA}" type="datetimeFigureOut">
              <a:rPr lang="en-GB" smtClean="0"/>
              <a:t>10/01/2020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2DA5E9-8E0A-471F-B141-C0F2518D2DB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2289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Select</a:t>
            </a:r>
            <a:r>
              <a:rPr lang="en-GB" baseline="0" dirty="0"/>
              <a:t> one of these pre-defined front pages and delete the rest. This document will be updated regularly to ensure product images are current.</a:t>
            </a:r>
          </a:p>
          <a:p>
            <a:endParaRPr lang="en-GB" baseline="0" dirty="0"/>
          </a:p>
          <a:p>
            <a:endParaRPr lang="en-GB" baseline="0" dirty="0"/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Please note that for all internal presentations you must use the dual brand template, even if your content is single brand. Only use the single brand template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external presentations, product launches or brand immersion events.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2DA5E9-8E0A-471F-B141-C0F2518D2DBB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5818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3837" y="3615537"/>
            <a:ext cx="8696325" cy="296706"/>
          </a:xfrm>
        </p:spPr>
        <p:txBody>
          <a:bodyPr/>
          <a:lstStyle>
            <a:lvl1pPr marL="0" indent="0">
              <a:buNone/>
              <a:defRPr sz="2000" b="1" i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3837" y="3936662"/>
            <a:ext cx="8696325" cy="285129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1800" cap="all" spc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589047" y="4788368"/>
            <a:ext cx="1328738" cy="16927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algn="r"/>
            <a:r>
              <a:rPr lang="en-GB" sz="1100" dirty="0">
                <a:solidFill>
                  <a:schemeClr val="tx1"/>
                </a:solidFill>
              </a:rPr>
              <a:t>Confidential</a:t>
            </a:r>
            <a:r>
              <a:rPr lang="en-GB" sz="1100" baseline="0" dirty="0">
                <a:solidFill>
                  <a:schemeClr val="tx1"/>
                </a:solidFill>
              </a:rPr>
              <a:t> ©2018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/>
          </p:nvPr>
        </p:nvSpPr>
        <p:spPr>
          <a:xfrm>
            <a:off x="0" y="820738"/>
            <a:ext cx="9144000" cy="263525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4788368"/>
            <a:ext cx="1961147" cy="35513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23838" y="4618834"/>
            <a:ext cx="2203450" cy="49847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5079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3837" y="3615537"/>
            <a:ext cx="8696325" cy="296706"/>
          </a:xfrm>
        </p:spPr>
        <p:txBody>
          <a:bodyPr/>
          <a:lstStyle>
            <a:lvl1pPr marL="0" indent="0">
              <a:buNone/>
              <a:defRPr sz="2000" b="1" i="0" cap="none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3837" y="3936662"/>
            <a:ext cx="8696325" cy="285129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1800" cap="all" spc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783805"/>
            <a:ext cx="1963082" cy="359695"/>
          </a:xfrm>
          <a:prstGeom prst="rect">
            <a:avLst/>
          </a:prstGeom>
        </p:spPr>
      </p:pic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23838" y="4618834"/>
            <a:ext cx="2203450" cy="49847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2669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3838" y="120650"/>
            <a:ext cx="6629400" cy="655307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 marL="182563" indent="-182563">
              <a:buFont typeface="Arial" panose="020B0604020202020204" pitchFamily="34" charset="0"/>
              <a:buChar char="•"/>
              <a:defRPr sz="1600"/>
            </a:lvl1pPr>
            <a:lvl2pPr marL="449263" indent="-179388">
              <a:buFont typeface="Arial" panose="020B0604020202020204" pitchFamily="34" charset="0"/>
              <a:buChar char="−"/>
              <a:defRPr sz="1600"/>
            </a:lvl2pPr>
            <a:lvl3pPr marL="625475" indent="-180975">
              <a:buFont typeface="Arial" pitchFamily="34" charset="0"/>
              <a:buChar char="−"/>
              <a:defRPr sz="1400"/>
            </a:lvl3pPr>
            <a:lvl4pPr marL="808038" indent="-179388">
              <a:buFont typeface="Arial" pitchFamily="34" charset="0"/>
              <a:buChar char="−"/>
              <a:defRPr sz="1400"/>
            </a:lvl4pPr>
            <a:lvl5pPr marL="982663" indent="-179388">
              <a:buFont typeface="Arial" pitchFamily="34" charset="0"/>
              <a:buChar char="−"/>
              <a:tabLst/>
              <a:defRPr sz="1400"/>
            </a:lvl5pPr>
            <a:lvl6pPr marL="900000" indent="-180975">
              <a:buFont typeface="Arial" pitchFamily="34" charset="0"/>
              <a:buChar char="−"/>
              <a:defRPr sz="14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54A706-D19D-4C79-97F9-BC489483F7EF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5" name="Group 4"/>
          <p:cNvGrpSpPr/>
          <p:nvPr userDrawn="1"/>
        </p:nvGrpSpPr>
        <p:grpSpPr>
          <a:xfrm>
            <a:off x="120442" y="4858326"/>
            <a:ext cx="1404000" cy="216000"/>
            <a:chOff x="120441" y="4827685"/>
            <a:chExt cx="1468331" cy="231017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2"/>
            <a:srcRect r="84701"/>
            <a:stretch/>
          </p:blipFill>
          <p:spPr>
            <a:xfrm>
              <a:off x="120441" y="4827685"/>
              <a:ext cx="232235" cy="231017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2"/>
            <a:srcRect l="21215" r="63486"/>
            <a:stretch/>
          </p:blipFill>
          <p:spPr>
            <a:xfrm>
              <a:off x="429465" y="4827685"/>
              <a:ext cx="232235" cy="231017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2"/>
            <a:srcRect l="42350" r="42350"/>
            <a:stretch/>
          </p:blipFill>
          <p:spPr>
            <a:xfrm>
              <a:off x="738489" y="4827685"/>
              <a:ext cx="232235" cy="231017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2"/>
            <a:srcRect l="63529" r="21171"/>
            <a:stretch/>
          </p:blipFill>
          <p:spPr>
            <a:xfrm>
              <a:off x="1047513" y="4827685"/>
              <a:ext cx="232235" cy="231017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2"/>
            <a:srcRect l="84783" r="-83"/>
            <a:stretch/>
          </p:blipFill>
          <p:spPr>
            <a:xfrm>
              <a:off x="1356537" y="4827685"/>
              <a:ext cx="232235" cy="2310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85328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3838" y="118733"/>
            <a:ext cx="6629400" cy="657224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 marL="0" indent="0">
              <a:buFont typeface="Arial" pitchFamily="34" charset="0"/>
              <a:buNone/>
              <a:defRPr sz="1600"/>
            </a:lvl1pPr>
            <a:lvl2pPr>
              <a:defRPr sz="1800"/>
            </a:lvl2pPr>
            <a:lvl3pPr marL="180975" indent="0">
              <a:buFont typeface="Arial" pitchFamily="34" charset="0"/>
              <a:buNone/>
              <a:defRPr sz="1800"/>
            </a:lvl3pPr>
            <a:lvl4pPr marL="381000" indent="0">
              <a:buFont typeface="Arial" pitchFamily="34" charset="0"/>
              <a:buNone/>
              <a:defRPr sz="1600"/>
            </a:lvl4pPr>
            <a:lvl5pPr marL="542925" indent="0">
              <a:buFont typeface="Arial" pitchFamily="34" charset="0"/>
              <a:buNone/>
              <a:defRPr sz="1600"/>
            </a:lvl5pPr>
            <a:lvl6pPr marL="714375" indent="0">
              <a:buFont typeface="Arial" pitchFamily="34" charset="0"/>
              <a:buNone/>
              <a:defRPr sz="140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54A706-D19D-4C79-97F9-BC489483F7EF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5" name="Group 4"/>
          <p:cNvGrpSpPr/>
          <p:nvPr userDrawn="1"/>
        </p:nvGrpSpPr>
        <p:grpSpPr>
          <a:xfrm>
            <a:off x="120442" y="4858326"/>
            <a:ext cx="1404000" cy="216000"/>
            <a:chOff x="120441" y="4827685"/>
            <a:chExt cx="1468331" cy="231017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2"/>
            <a:srcRect r="84701"/>
            <a:stretch/>
          </p:blipFill>
          <p:spPr>
            <a:xfrm>
              <a:off x="120441" y="4827685"/>
              <a:ext cx="232235" cy="231017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2"/>
            <a:srcRect l="21215" r="63486"/>
            <a:stretch/>
          </p:blipFill>
          <p:spPr>
            <a:xfrm>
              <a:off x="429465" y="4827685"/>
              <a:ext cx="232235" cy="231017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2"/>
            <a:srcRect l="42350" r="42350"/>
            <a:stretch/>
          </p:blipFill>
          <p:spPr>
            <a:xfrm>
              <a:off x="738489" y="4827685"/>
              <a:ext cx="232235" cy="231017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2"/>
            <a:srcRect l="63529" r="21171"/>
            <a:stretch/>
          </p:blipFill>
          <p:spPr>
            <a:xfrm>
              <a:off x="1047513" y="4827685"/>
              <a:ext cx="232235" cy="231017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2"/>
            <a:srcRect l="84783" r="-83"/>
            <a:stretch/>
          </p:blipFill>
          <p:spPr>
            <a:xfrm>
              <a:off x="1356537" y="4827685"/>
              <a:ext cx="232235" cy="2310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88864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Tex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3838" y="118562"/>
            <a:ext cx="6629400" cy="658999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3838" y="1044575"/>
            <a:ext cx="4271962" cy="3600450"/>
          </a:xfrm>
        </p:spPr>
        <p:txBody>
          <a:bodyPr vert="horz" lIns="0" tIns="0" rIns="0" bIns="0" rtlCol="0">
            <a:noAutofit/>
          </a:bodyPr>
          <a:lstStyle>
            <a:lvl1pPr marL="182563" indent="-182563">
              <a:buFont typeface="Arial" panose="020B0604020202020204" pitchFamily="34" charset="0"/>
              <a:buChar char="•"/>
              <a:defRPr lang="en-US" sz="1600" smtClean="0"/>
            </a:lvl1pPr>
            <a:lvl2pPr marL="449263" indent="-180975">
              <a:buFont typeface="Arial" pitchFamily="34" charset="0"/>
              <a:buChar char="−"/>
              <a:defRPr lang="en-US" sz="1600" smtClean="0"/>
            </a:lvl2pPr>
            <a:lvl3pPr marL="625475" indent="-180975">
              <a:buFont typeface="Arial" pitchFamily="34" charset="0"/>
              <a:buChar char="−"/>
              <a:tabLst/>
              <a:defRPr lang="en-US" sz="1400" smtClean="0"/>
            </a:lvl3pPr>
            <a:lvl4pPr marL="808038" indent="-180975">
              <a:buFont typeface="Arial" pitchFamily="34" charset="0"/>
              <a:buChar char="−"/>
              <a:defRPr lang="en-US" sz="1400" smtClean="0"/>
            </a:lvl4pPr>
            <a:lvl5pPr marL="982663" indent="-179388">
              <a:buFont typeface="Arial" pitchFamily="34" charset="0"/>
              <a:buChar char="−"/>
              <a:defRPr lang="en-GB" sz="1400"/>
            </a:lvl5pPr>
            <a:lvl6pPr marL="895350" indent="-180975">
              <a:buFont typeface="Arial" pitchFamily="34" charset="0"/>
              <a:buChar char="−"/>
              <a:defRPr sz="14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4A706-D19D-4C79-97F9-BC489483F7EF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4643438" y="1044575"/>
            <a:ext cx="4276725" cy="360045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120442" y="4858326"/>
            <a:ext cx="1404000" cy="216000"/>
            <a:chOff x="120441" y="4827685"/>
            <a:chExt cx="1468331" cy="231017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 rotWithShape="1">
            <a:blip r:embed="rId2"/>
            <a:srcRect r="84701"/>
            <a:stretch/>
          </p:blipFill>
          <p:spPr>
            <a:xfrm>
              <a:off x="120441" y="4827685"/>
              <a:ext cx="232235" cy="231017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 rotWithShape="1">
            <a:blip r:embed="rId2"/>
            <a:srcRect l="21215" r="63486"/>
            <a:stretch/>
          </p:blipFill>
          <p:spPr>
            <a:xfrm>
              <a:off x="429465" y="4827685"/>
              <a:ext cx="232235" cy="231017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 rotWithShape="1">
            <a:blip r:embed="rId2"/>
            <a:srcRect l="42350" r="42350"/>
            <a:stretch/>
          </p:blipFill>
          <p:spPr>
            <a:xfrm>
              <a:off x="738489" y="4827685"/>
              <a:ext cx="232235" cy="231017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 rotWithShape="1">
            <a:blip r:embed="rId2"/>
            <a:srcRect l="63529" r="21171"/>
            <a:stretch/>
          </p:blipFill>
          <p:spPr>
            <a:xfrm>
              <a:off x="1047513" y="4827685"/>
              <a:ext cx="232235" cy="231017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 rotWithShape="1">
            <a:blip r:embed="rId2"/>
            <a:srcRect l="84783" r="-83"/>
            <a:stretch/>
          </p:blipFill>
          <p:spPr>
            <a:xfrm>
              <a:off x="1356537" y="4827685"/>
              <a:ext cx="232235" cy="2310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56197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Tex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3838" y="118562"/>
            <a:ext cx="6629400" cy="658999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4A706-D19D-4C79-97F9-BC489483F7EF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4643438" y="1044575"/>
            <a:ext cx="2066925" cy="1728788"/>
          </a:xfrm>
          <a:solidFill>
            <a:schemeClr val="bg2"/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853238" y="1044575"/>
            <a:ext cx="2066925" cy="1728788"/>
          </a:xfrm>
          <a:solidFill>
            <a:schemeClr val="bg2"/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643438" y="2916238"/>
            <a:ext cx="2066925" cy="1728788"/>
          </a:xfrm>
          <a:solidFill>
            <a:schemeClr val="bg2"/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6853238" y="2916238"/>
            <a:ext cx="2066925" cy="1728788"/>
          </a:xfrm>
          <a:solidFill>
            <a:schemeClr val="bg2"/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223838" y="1044575"/>
            <a:ext cx="4271962" cy="3600450"/>
          </a:xfrm>
        </p:spPr>
        <p:txBody>
          <a:bodyPr vert="horz" lIns="0" tIns="0" rIns="0" bIns="0" rtlCol="0">
            <a:noAutofit/>
          </a:bodyPr>
          <a:lstStyle>
            <a:lvl1pPr marL="182563" indent="-182563">
              <a:buFont typeface="Arial" panose="020B0604020202020204" pitchFamily="34" charset="0"/>
              <a:buChar char="•"/>
              <a:defRPr lang="en-US" sz="1600" smtClean="0"/>
            </a:lvl1pPr>
            <a:lvl2pPr marL="449263" indent="-180975">
              <a:buFont typeface="Arial" pitchFamily="34" charset="0"/>
              <a:buChar char="−"/>
              <a:defRPr lang="en-US" sz="1600" smtClean="0"/>
            </a:lvl2pPr>
            <a:lvl3pPr marL="625475" indent="-180975">
              <a:buFont typeface="Arial" pitchFamily="34" charset="0"/>
              <a:buChar char="−"/>
              <a:defRPr lang="en-US" sz="1400" smtClean="0"/>
            </a:lvl3pPr>
            <a:lvl4pPr marL="808038" indent="-180975">
              <a:buFont typeface="Arial" pitchFamily="34" charset="0"/>
              <a:buChar char="−"/>
              <a:defRPr lang="en-US" sz="1400" smtClean="0"/>
            </a:lvl4pPr>
            <a:lvl5pPr marL="982663" indent="-179388">
              <a:buFont typeface="Arial" pitchFamily="34" charset="0"/>
              <a:buChar char="−"/>
              <a:defRPr lang="en-GB" sz="1400"/>
            </a:lvl5pPr>
            <a:lvl6pPr marL="895350" indent="-180975">
              <a:buFont typeface="Arial" pitchFamily="34" charset="0"/>
              <a:buChar char="−"/>
              <a:defRPr sz="14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120442" y="4858326"/>
            <a:ext cx="1404000" cy="216000"/>
            <a:chOff x="120441" y="4827685"/>
            <a:chExt cx="1468331" cy="231017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2"/>
            <a:srcRect r="84701"/>
            <a:stretch/>
          </p:blipFill>
          <p:spPr>
            <a:xfrm>
              <a:off x="120441" y="4827685"/>
              <a:ext cx="232235" cy="231017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 rotWithShape="1">
            <a:blip r:embed="rId2"/>
            <a:srcRect l="21215" r="63486"/>
            <a:stretch/>
          </p:blipFill>
          <p:spPr>
            <a:xfrm>
              <a:off x="429465" y="4827685"/>
              <a:ext cx="232235" cy="231017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 rotWithShape="1">
            <a:blip r:embed="rId2"/>
            <a:srcRect l="42350" r="42350"/>
            <a:stretch/>
          </p:blipFill>
          <p:spPr>
            <a:xfrm>
              <a:off x="738489" y="4827685"/>
              <a:ext cx="232235" cy="231017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 rotWithShape="1">
            <a:blip r:embed="rId2"/>
            <a:srcRect l="63529" r="21171"/>
            <a:stretch/>
          </p:blipFill>
          <p:spPr>
            <a:xfrm>
              <a:off x="1047513" y="4827685"/>
              <a:ext cx="232235" cy="231017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 rotWithShape="1">
            <a:blip r:embed="rId2"/>
            <a:srcRect l="84783" r="-83"/>
            <a:stretch/>
          </p:blipFill>
          <p:spPr>
            <a:xfrm>
              <a:off x="1356537" y="4827685"/>
              <a:ext cx="232235" cy="2310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641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Text and Imag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4"/>
          </p:nvPr>
        </p:nvSpPr>
        <p:spPr>
          <a:xfrm>
            <a:off x="220664" y="1044575"/>
            <a:ext cx="2066924" cy="3600450"/>
          </a:xfrm>
        </p:spPr>
        <p:txBody>
          <a:bodyPr>
            <a:noAutofit/>
          </a:bodyPr>
          <a:lstStyle>
            <a:lvl1pPr>
              <a:defRPr/>
            </a:lvl1pPr>
            <a:lvl2pPr marL="449263" indent="-179388">
              <a:defRPr sz="1600"/>
            </a:lvl2pPr>
            <a:lvl3pPr marL="625475" indent="-179388">
              <a:defRPr sz="1400"/>
            </a:lvl3pPr>
            <a:lvl4pPr marL="808038" indent="-179388">
              <a:defRPr sz="1400"/>
            </a:lvl4pPr>
            <a:lvl5pPr marL="982663" indent="-180975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3838" y="120650"/>
            <a:ext cx="6629400" cy="655307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4A706-D19D-4C79-97F9-BC489483F7EF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427288" y="1044575"/>
            <a:ext cx="6492875" cy="360045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120442" y="4858326"/>
            <a:ext cx="1404000" cy="216000"/>
            <a:chOff x="120441" y="4827685"/>
            <a:chExt cx="1468331" cy="231017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2"/>
            <a:srcRect r="84701"/>
            <a:stretch/>
          </p:blipFill>
          <p:spPr>
            <a:xfrm>
              <a:off x="120441" y="4827685"/>
              <a:ext cx="232235" cy="231017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2"/>
            <a:srcRect l="21215" r="63486"/>
            <a:stretch/>
          </p:blipFill>
          <p:spPr>
            <a:xfrm>
              <a:off x="429465" y="4827685"/>
              <a:ext cx="232235" cy="231017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 rotWithShape="1">
            <a:blip r:embed="rId2"/>
            <a:srcRect l="42350" r="42350"/>
            <a:stretch/>
          </p:blipFill>
          <p:spPr>
            <a:xfrm>
              <a:off x="738489" y="4827685"/>
              <a:ext cx="232235" cy="231017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 rotWithShape="1">
            <a:blip r:embed="rId2"/>
            <a:srcRect l="63529" r="21171"/>
            <a:stretch/>
          </p:blipFill>
          <p:spPr>
            <a:xfrm>
              <a:off x="1047513" y="4827685"/>
              <a:ext cx="232235" cy="231017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2"/>
            <a:srcRect l="84783" r="-83"/>
            <a:stretch/>
          </p:blipFill>
          <p:spPr>
            <a:xfrm>
              <a:off x="1356537" y="4827685"/>
              <a:ext cx="232235" cy="2310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15587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/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0" y="820739"/>
            <a:ext cx="9144000" cy="4322761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3838" y="120651"/>
            <a:ext cx="6629400" cy="68720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838" y="2718600"/>
            <a:ext cx="4276725" cy="1446206"/>
          </a:xfrm>
        </p:spPr>
        <p:txBody>
          <a:bodyPr>
            <a:noAutofit/>
          </a:bodyPr>
          <a:lstStyle>
            <a:lvl1pPr marL="0" indent="0">
              <a:lnSpc>
                <a:spcPts val="1800"/>
              </a:lnSpc>
              <a:buNone/>
              <a:defRPr sz="1600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>
              <a:defRPr sz="1800">
                <a:solidFill>
                  <a:schemeClr val="bg1"/>
                </a:solidFill>
                <a:latin typeface="Georgia" panose="02040502050405020303" pitchFamily="18" charset="0"/>
              </a:defRPr>
            </a:lvl2pPr>
            <a:lvl3pPr>
              <a:defRPr sz="1800">
                <a:solidFill>
                  <a:schemeClr val="bg1"/>
                </a:solidFill>
                <a:latin typeface="Georgia" panose="02040502050405020303" pitchFamily="18" charset="0"/>
              </a:defRPr>
            </a:lvl3pPr>
            <a:lvl4pPr>
              <a:defRPr sz="1800">
                <a:solidFill>
                  <a:schemeClr val="bg1"/>
                </a:solidFill>
                <a:latin typeface="Georgia" panose="02040502050405020303" pitchFamily="18" charset="0"/>
              </a:defRPr>
            </a:lvl4pPr>
            <a:lvl5pPr>
              <a:defRPr sz="1800">
                <a:solidFill>
                  <a:schemeClr val="bg1"/>
                </a:solidFill>
                <a:latin typeface="Georgia" panose="02040502050405020303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54A706-D19D-4C79-97F9-BC489483F7E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223837" y="4167188"/>
            <a:ext cx="4276725" cy="477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98623" y="210089"/>
            <a:ext cx="1621540" cy="40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675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and Tex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4788368"/>
            <a:ext cx="1961147" cy="35513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3838" y="120650"/>
            <a:ext cx="6629400" cy="655307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238" y="1044575"/>
            <a:ext cx="2066924" cy="3600450"/>
          </a:xfrm>
        </p:spPr>
        <p:txBody>
          <a:bodyPr>
            <a:noAutofit/>
          </a:bodyPr>
          <a:lstStyle>
            <a:lvl1pPr>
              <a:defRPr/>
            </a:lvl1pPr>
            <a:lvl2pPr marL="449263" indent="-179388">
              <a:defRPr sz="1600"/>
            </a:lvl2pPr>
            <a:lvl3pPr marL="625475" indent="-179388">
              <a:defRPr sz="1400"/>
            </a:lvl3pPr>
            <a:lvl4pPr marL="808038" indent="-179388">
              <a:defRPr sz="1400"/>
            </a:lvl4pPr>
            <a:lvl5pPr marL="982663" indent="-180975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54A706-D19D-4C79-97F9-BC489483F7E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hart Placeholder 6"/>
          <p:cNvSpPr>
            <a:spLocks noGrp="1"/>
          </p:cNvSpPr>
          <p:nvPr>
            <p:ph type="chart" sz="quarter" idx="13"/>
          </p:nvPr>
        </p:nvSpPr>
        <p:spPr>
          <a:xfrm>
            <a:off x="223838" y="1044575"/>
            <a:ext cx="6486526" cy="360045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223838" y="4645025"/>
            <a:ext cx="6486525" cy="284163"/>
          </a:xfrm>
        </p:spPr>
        <p:txBody>
          <a:bodyPr/>
          <a:lstStyle>
            <a:lvl1pPr>
              <a:defRPr sz="8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6980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and Tex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3838" y="120650"/>
            <a:ext cx="6629400" cy="634041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3838" y="1044575"/>
            <a:ext cx="4271962" cy="3600450"/>
          </a:xfrm>
        </p:spPr>
        <p:txBody>
          <a:bodyPr vert="horz" lIns="0" tIns="0" rIns="0" bIns="0" rtlCol="0">
            <a:noAutofit/>
          </a:bodyPr>
          <a:lstStyle>
            <a:lvl1pPr>
              <a:defRPr lang="en-US" smtClean="0"/>
            </a:lvl1pPr>
            <a:lvl2pPr marL="449263" indent="-180975">
              <a:defRPr lang="en-US" sz="1600" smtClean="0"/>
            </a:lvl2pPr>
            <a:lvl3pPr marL="625475" indent="-171450">
              <a:defRPr lang="en-US" sz="1400" smtClean="0"/>
            </a:lvl3pPr>
            <a:lvl4pPr marL="808038" indent="-180975">
              <a:defRPr lang="en-US" sz="1400" smtClean="0"/>
            </a:lvl4pPr>
            <a:lvl5pPr marL="982663" indent="-180975">
              <a:defRPr lang="en-GB"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4A706-D19D-4C79-97F9-BC489483F7EF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3"/>
          </p:nvPr>
        </p:nvSpPr>
        <p:spPr>
          <a:xfrm>
            <a:off x="4643438" y="1044575"/>
            <a:ext cx="4276725" cy="360045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643438" y="4645025"/>
            <a:ext cx="4276725" cy="284163"/>
          </a:xfrm>
        </p:spPr>
        <p:txBody>
          <a:bodyPr/>
          <a:lstStyle>
            <a:lvl1pPr marL="0" indent="0">
              <a:buNone/>
              <a:defRPr sz="8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4788368"/>
            <a:ext cx="1961147" cy="35513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3630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3838" y="120650"/>
            <a:ext cx="6629400" cy="623407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4A706-D19D-4C79-97F9-BC489483F7EF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21501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4A706-D19D-4C79-97F9-BC489483F7EF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0442" y="4858326"/>
            <a:ext cx="1404000" cy="216000"/>
            <a:chOff x="120441" y="4827685"/>
            <a:chExt cx="1468331" cy="231017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2"/>
            <a:srcRect r="84701"/>
            <a:stretch/>
          </p:blipFill>
          <p:spPr>
            <a:xfrm>
              <a:off x="120441" y="4827685"/>
              <a:ext cx="232235" cy="231017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2"/>
            <a:srcRect l="21215" r="63486"/>
            <a:stretch/>
          </p:blipFill>
          <p:spPr>
            <a:xfrm>
              <a:off x="429465" y="4827685"/>
              <a:ext cx="232235" cy="231017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2"/>
            <a:srcRect l="42350" r="42350"/>
            <a:stretch/>
          </p:blipFill>
          <p:spPr>
            <a:xfrm>
              <a:off x="738489" y="4827685"/>
              <a:ext cx="232235" cy="231017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2"/>
            <a:srcRect l="63529" r="21171"/>
            <a:stretch/>
          </p:blipFill>
          <p:spPr>
            <a:xfrm>
              <a:off x="1047513" y="4827685"/>
              <a:ext cx="232235" cy="231017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2"/>
            <a:srcRect l="84783" r="-83"/>
            <a:stretch/>
          </p:blipFill>
          <p:spPr>
            <a:xfrm>
              <a:off x="1356537" y="4827685"/>
              <a:ext cx="232235" cy="2310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449920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4A706-D19D-4C79-97F9-BC489483F7EF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53875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1897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3839" y="985050"/>
            <a:ext cx="2909886" cy="12819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 cap="none" spc="0" baseline="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3250" y="1010529"/>
            <a:ext cx="2746848" cy="1257300"/>
          </a:xfrm>
        </p:spPr>
        <p:txBody>
          <a:bodyPr>
            <a:noAutofit/>
          </a:bodyPr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tabLst>
                <a:tab pos="292100" algn="l"/>
              </a:tabLst>
              <a:defRPr sz="1200" b="1"/>
            </a:lvl1pPr>
            <a:lvl2pPr marL="0" indent="0">
              <a:lnSpc>
                <a:spcPts val="1300"/>
              </a:lnSpc>
              <a:spcBef>
                <a:spcPts val="0"/>
              </a:spcBef>
              <a:spcAft>
                <a:spcPts val="700"/>
              </a:spcAft>
              <a:buFontTx/>
              <a:buNone/>
              <a:tabLst>
                <a:tab pos="292100" algn="l"/>
              </a:tabLst>
              <a:defRPr sz="1200"/>
            </a:lvl2pPr>
            <a:lvl3pPr>
              <a:lnSpc>
                <a:spcPts val="1300"/>
              </a:lnSpc>
              <a:spcBef>
                <a:spcPts val="700"/>
              </a:spcBef>
              <a:defRPr sz="1200"/>
            </a:lvl3pPr>
            <a:lvl4pPr>
              <a:lnSpc>
                <a:spcPts val="1300"/>
              </a:lnSpc>
              <a:spcBef>
                <a:spcPts val="700"/>
              </a:spcBef>
              <a:defRPr sz="1200"/>
            </a:lvl4pPr>
            <a:lvl5pPr>
              <a:lnSpc>
                <a:spcPts val="1300"/>
              </a:lnSpc>
              <a:spcBef>
                <a:spcPts val="7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54A706-D19D-4C79-97F9-BC489483F7E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6118697" y="1010528"/>
            <a:ext cx="2305455" cy="13802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300"/>
              </a:lnSpc>
              <a:spcBef>
                <a:spcPts val="700"/>
              </a:spcBef>
            </a:pPr>
            <a:r>
              <a:rPr lang="en-GB" sz="1200" b="1" dirty="0"/>
              <a:t>Jaguar Land Rover</a:t>
            </a:r>
            <a:br>
              <a:rPr lang="en-GB" sz="1200" dirty="0"/>
            </a:br>
            <a:r>
              <a:rPr lang="en-GB" sz="1200" dirty="0"/>
              <a:t>W/1/26 Abbey Road, Whitley</a:t>
            </a:r>
            <a:br>
              <a:rPr lang="en-GB" sz="1200" dirty="0"/>
            </a:br>
            <a:r>
              <a:rPr lang="en-GB" sz="1200" dirty="0"/>
              <a:t>Coventry CV3 4LF, UK</a:t>
            </a:r>
          </a:p>
          <a:p>
            <a:pPr>
              <a:lnSpc>
                <a:spcPts val="1300"/>
              </a:lnSpc>
              <a:spcBef>
                <a:spcPts val="700"/>
              </a:spcBef>
            </a:pPr>
            <a:r>
              <a:rPr lang="en-GB" sz="1200" dirty="0"/>
              <a:t>jaguarland</a:t>
            </a:r>
            <a:r>
              <a:rPr lang="en-GB" sz="1200" baseline="0" dirty="0"/>
              <a:t>rover.com</a:t>
            </a:r>
            <a:endParaRPr lang="en-GB" sz="1200" dirty="0"/>
          </a:p>
        </p:txBody>
      </p:sp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3143250" y="2362202"/>
            <a:ext cx="2746848" cy="1257300"/>
          </a:xfrm>
        </p:spPr>
        <p:txBody>
          <a:bodyPr>
            <a:noAutofit/>
          </a:bodyPr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tabLst>
                <a:tab pos="292100" algn="l"/>
              </a:tabLst>
              <a:defRPr sz="1200" b="1"/>
            </a:lvl1pPr>
            <a:lvl2pPr marL="0" indent="0">
              <a:lnSpc>
                <a:spcPts val="1300"/>
              </a:lnSpc>
              <a:spcBef>
                <a:spcPts val="0"/>
              </a:spcBef>
              <a:spcAft>
                <a:spcPts val="700"/>
              </a:spcAft>
              <a:buFontTx/>
              <a:buNone/>
              <a:tabLst>
                <a:tab pos="292100" algn="l"/>
              </a:tabLst>
              <a:defRPr sz="1200"/>
            </a:lvl2pPr>
            <a:lvl3pPr>
              <a:lnSpc>
                <a:spcPts val="1300"/>
              </a:lnSpc>
              <a:spcBef>
                <a:spcPts val="700"/>
              </a:spcBef>
              <a:defRPr sz="1200"/>
            </a:lvl3pPr>
            <a:lvl4pPr>
              <a:lnSpc>
                <a:spcPts val="1300"/>
              </a:lnSpc>
              <a:spcBef>
                <a:spcPts val="700"/>
              </a:spcBef>
              <a:defRPr sz="1200"/>
            </a:lvl4pPr>
            <a:lvl5pPr>
              <a:lnSpc>
                <a:spcPts val="1300"/>
              </a:lnSpc>
              <a:spcBef>
                <a:spcPts val="7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833855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838" y="120650"/>
            <a:ext cx="6629400" cy="65530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837" y="1044575"/>
            <a:ext cx="8696325" cy="36004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97703" y="4676924"/>
            <a:ext cx="722460" cy="39608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C554A706-D19D-4C79-97F9-BC489483F7EF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98623" y="210089"/>
            <a:ext cx="1621540" cy="402337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223838" y="820738"/>
            <a:ext cx="869632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303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49" r:id="rId2"/>
    <p:sldLayoutId id="2147483650" r:id="rId3"/>
    <p:sldLayoutId id="2147483665" r:id="rId4"/>
    <p:sldLayoutId id="2147483652" r:id="rId5"/>
    <p:sldLayoutId id="2147483656" r:id="rId6"/>
    <p:sldLayoutId id="2147483659" r:id="rId7"/>
    <p:sldLayoutId id="2147483657" r:id="rId8"/>
    <p:sldLayoutId id="2147483661" r:id="rId9"/>
    <p:sldLayoutId id="2147483662" r:id="rId10"/>
    <p:sldLayoutId id="2147483654" r:id="rId11"/>
    <p:sldLayoutId id="2147483655" r:id="rId12"/>
    <p:sldLayoutId id="2147483670" r:id="rId13"/>
    <p:sldLayoutId id="2147483668" r:id="rId14"/>
    <p:sldLayoutId id="2147483663" r:id="rId15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ct val="0"/>
        </a:spcBef>
        <a:buFont typeface="Arial" panose="020B0604020202020204" pitchFamily="34" charset="0"/>
        <a:buNone/>
        <a:defRPr sz="1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563" indent="-182563" algn="l" defTabSz="914400" rtl="0" eaLnBrk="1" latinLnBrk="0" hangingPunct="1"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spcBef>
          <a:spcPts val="600"/>
        </a:spcBef>
        <a:buFont typeface="Arial" panose="020B0604020202020204" pitchFamily="34" charset="0"/>
        <a:buChar char="−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9263" indent="-179388" algn="l" defTabSz="914400" rtl="0" eaLnBrk="1" latinLnBrk="0" hangingPunct="1">
        <a:spcBef>
          <a:spcPts val="600"/>
        </a:spcBef>
        <a:buFont typeface="Arial" panose="020B060402020202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25475" indent="-179388" algn="l" defTabSz="914400" rtl="0" eaLnBrk="1" latinLnBrk="0" hangingPunct="1">
        <a:spcBef>
          <a:spcPts val="600"/>
        </a:spcBef>
        <a:buFont typeface="Arial" panose="020B0604020202020204" pitchFamily="34" charset="0"/>
        <a:buChar char="−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08038" indent="-180975" algn="l" defTabSz="914400" rtl="0" eaLnBrk="1" latinLnBrk="0" hangingPunct="1">
        <a:spcBef>
          <a:spcPts val="600"/>
        </a:spcBef>
        <a:buFont typeface="Arial" panose="020B0604020202020204" pitchFamily="34" charset="0"/>
        <a:buChar char="−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82663" indent="-180975" algn="l" defTabSz="914400" rtl="0" eaLnBrk="1" latinLnBrk="0" hangingPunct="1">
        <a:spcBef>
          <a:spcPts val="600"/>
        </a:spcBef>
        <a:buFont typeface="Arial" panose="020B0604020202020204" pitchFamily="34" charset="0"/>
        <a:buChar char="−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Excel_Worksheet1.xls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EMF investigation</a:t>
            </a:r>
          </a:p>
        </p:txBody>
      </p:sp>
      <p:sp>
        <p:nvSpPr>
          <p:cNvPr id="11" name="Subtitle 1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Tesla model X and BMW 740Le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Philip McGaw</a:t>
            </a:r>
          </a:p>
          <a:p>
            <a:endParaRPr lang="en-GB" dirty="0"/>
          </a:p>
        </p:txBody>
      </p:sp>
      <p:pic>
        <p:nvPicPr>
          <p:cNvPr id="9" name="Shape 110"/>
          <p:cNvPicPr preferRelativeResize="0">
            <a:picLocks noGrp="1"/>
          </p:cNvPicPr>
          <p:nvPr>
            <p:ph type="pic" sz="quarter" idx="11"/>
          </p:nvPr>
        </p:nvPicPr>
        <p:blipFill rotWithShape="1">
          <a:blip r:embed="rId3">
            <a:alphaModFix/>
          </a:blip>
          <a:srcRect l="3431" r="3431"/>
          <a:stretch/>
        </p:blipFill>
        <p:spPr>
          <a:prstGeom prst="rect">
            <a:avLst/>
          </a:prstGeom>
          <a:solidFill>
            <a:schemeClr val="lt2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30740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4"/>
          </p:nvPr>
        </p:nvSpPr>
        <p:spPr>
          <a:xfrm>
            <a:off x="220663" y="1044575"/>
            <a:ext cx="4221352" cy="360045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GB 37130:2018 Calls the limits from GB 8702:2014.</a:t>
            </a:r>
          </a:p>
          <a:p>
            <a:pPr marL="0" indent="0">
              <a:buNone/>
            </a:pPr>
            <a:r>
              <a:rPr lang="en-GB" dirty="0"/>
              <a:t>GB 8702 is more onerous than the limits in either ICNIRP 1998 or 2010.</a:t>
            </a:r>
          </a:p>
          <a:p>
            <a:pPr marL="0" indent="0">
              <a:buNone/>
            </a:pPr>
            <a:r>
              <a:rPr lang="en-GB" dirty="0"/>
              <a:t>The graphs provided in this document normalise the Y axis as a percentage of limit line at each frequency.</a:t>
            </a:r>
          </a:p>
          <a:p>
            <a:pPr marL="0" indent="0">
              <a:buNone/>
            </a:pPr>
            <a:r>
              <a:rPr lang="en-GB" dirty="0"/>
              <a:t>The Y axis are not all to the same scale.</a:t>
            </a:r>
          </a:p>
          <a:p>
            <a:pPr marL="0" indent="0">
              <a:buNone/>
            </a:pPr>
            <a:r>
              <a:rPr lang="en-GB" dirty="0"/>
              <a:t>The instrument used to record the data has a limited span size, therefor the range has to be split into multiple scans.</a:t>
            </a:r>
          </a:p>
          <a:p>
            <a:pPr marL="0" indent="0">
              <a:buNone/>
            </a:pPr>
            <a:r>
              <a:rPr lang="en-GB" dirty="0"/>
              <a:t>GB 8702:2014 is applicable for 10 Hz to 400 kHz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GB 37130:2018 Limits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4A706-D19D-4C79-97F9-BC489483F7EF}" type="slidenum">
              <a:rPr lang="en-GB" smtClean="0"/>
              <a:t>2</a:t>
            </a:fld>
            <a:endParaRPr lang="en-GB" dirty="0"/>
          </a:p>
        </p:txBody>
      </p:sp>
      <p:pic>
        <p:nvPicPr>
          <p:cNvPr id="10" name="Picture Placeholder 9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5" t="5250" r="1141" b="1960"/>
          <a:stretch/>
        </p:blipFill>
        <p:spPr>
          <a:xfrm>
            <a:off x="4442015" y="1328088"/>
            <a:ext cx="4478148" cy="3033424"/>
          </a:xfrm>
        </p:spPr>
      </p:pic>
    </p:spTree>
    <p:extLst>
      <p:ext uri="{BB962C8B-B14F-4D97-AF65-F5344CB8AC3E}">
        <p14:creationId xmlns:p14="http://schemas.microsoft.com/office/powerpoint/2010/main" val="1120640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BMW 740Le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4A706-D19D-4C79-97F9-BC489483F7EF}" type="slidenum">
              <a:rPr lang="en-GB" smtClean="0"/>
              <a:pPr/>
              <a:t>3</a:t>
            </a:fld>
            <a:endParaRPr lang="en-GB" dirty="0"/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1873" y="1044575"/>
            <a:ext cx="6403704" cy="3600450"/>
          </a:xfr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223838" y="120650"/>
            <a:ext cx="7375842" cy="373803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800" b="1" i="0" kern="1200" cap="all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0777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BMW 740Le</a:t>
            </a:r>
            <a:br>
              <a:rPr lang="en-GB" dirty="0"/>
            </a:br>
            <a:r>
              <a:rPr lang="en-GB" b="0" dirty="0"/>
              <a:t>Data Recorded from location with highest EMF emissions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4A706-D19D-4C79-97F9-BC489483F7EF}" type="slidenum">
              <a:rPr lang="en-GB" smtClean="0"/>
              <a:pPr/>
              <a:t>4</a:t>
            </a:fld>
            <a:endParaRPr lang="en-GB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38" y="2799987"/>
            <a:ext cx="2360035" cy="181328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125" y="2805957"/>
            <a:ext cx="2352265" cy="1807312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37" y="882133"/>
            <a:ext cx="2360035" cy="1813282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90" y="873603"/>
            <a:ext cx="4603386" cy="3536311"/>
          </a:xfrm>
          <a:prstGeom prst="rect">
            <a:avLst/>
          </a:prstGeom>
        </p:spPr>
      </p:pic>
      <p:pic>
        <p:nvPicPr>
          <p:cNvPr id="26" name="Picture Placeholder 1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86" r="10406"/>
          <a:stretch/>
        </p:blipFill>
        <p:spPr>
          <a:xfrm flipH="1">
            <a:off x="5394981" y="924403"/>
            <a:ext cx="3525182" cy="3688866"/>
          </a:xfrm>
        </p:spPr>
      </p:pic>
      <p:sp>
        <p:nvSpPr>
          <p:cNvPr id="27" name="Oval 26"/>
          <p:cNvSpPr/>
          <p:nvPr/>
        </p:nvSpPr>
        <p:spPr>
          <a:xfrm rot="515512">
            <a:off x="5859303" y="4098785"/>
            <a:ext cx="621874" cy="2697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125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Tesla Model X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4A706-D19D-4C79-97F9-BC489483F7EF}" type="slidenum">
              <a:rPr lang="en-GB" smtClean="0"/>
              <a:pPr/>
              <a:t>5</a:t>
            </a:fld>
            <a:endParaRPr lang="en-GB" dirty="0"/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288" y="1435756"/>
            <a:ext cx="6492875" cy="2818088"/>
          </a:xfr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223838" y="120650"/>
            <a:ext cx="7375842" cy="373803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800" b="1" i="0" kern="1200" cap="all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1681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Tesla Model X</a:t>
            </a:r>
            <a:br>
              <a:rPr lang="en-GB" dirty="0"/>
            </a:br>
            <a:r>
              <a:rPr lang="en-GB" b="0" dirty="0"/>
              <a:t>Data Recorded from location with highest EMF emissions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4A706-D19D-4C79-97F9-BC489483F7EF}" type="slidenum">
              <a:rPr lang="en-GB" smtClean="0"/>
              <a:pPr/>
              <a:t>6</a:t>
            </a:fld>
            <a:endParaRPr lang="en-GB" dirty="0"/>
          </a:p>
        </p:txBody>
      </p:sp>
      <p:pic>
        <p:nvPicPr>
          <p:cNvPr id="11" name="Picture Placeholder 5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" t="-41" b="-117"/>
          <a:stretch/>
        </p:blipFill>
        <p:spPr>
          <a:xfrm>
            <a:off x="5583382" y="882133"/>
            <a:ext cx="2614321" cy="3731777"/>
          </a:xfrm>
        </p:spPr>
      </p:pic>
      <p:sp>
        <p:nvSpPr>
          <p:cNvPr id="12" name="Rounded Rectangle 11"/>
          <p:cNvSpPr/>
          <p:nvPr/>
        </p:nvSpPr>
        <p:spPr>
          <a:xfrm>
            <a:off x="6407988" y="2030330"/>
            <a:ext cx="1070608" cy="117766"/>
          </a:xfrm>
          <a:prstGeom prst="roundRect">
            <a:avLst/>
          </a:prstGeom>
          <a:solidFill>
            <a:srgbClr val="FFC000"/>
          </a:solidFill>
          <a:ln w="127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38" y="2799987"/>
            <a:ext cx="2360035" cy="181328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125" y="2805957"/>
            <a:ext cx="2352264" cy="180731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37" y="882133"/>
            <a:ext cx="2360035" cy="181328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2355" y="882133"/>
            <a:ext cx="2360035" cy="181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622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/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919" y="1044575"/>
            <a:ext cx="4607243" cy="3539877"/>
          </a:xfrm>
        </p:spPr>
      </p:pic>
      <p:sp>
        <p:nvSpPr>
          <p:cNvPr id="13" name="Rectangle 12"/>
          <p:cNvSpPr/>
          <p:nvPr/>
        </p:nvSpPr>
        <p:spPr>
          <a:xfrm>
            <a:off x="7090414" y="1462087"/>
            <a:ext cx="1690687" cy="2890838"/>
          </a:xfrm>
          <a:prstGeom prst="rect">
            <a:avLst/>
          </a:prstGeom>
          <a:solidFill>
            <a:srgbClr val="00FF00">
              <a:alpha val="2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Tesla Model X</a:t>
            </a:r>
            <a:br>
              <a:rPr lang="en-GB" dirty="0"/>
            </a:br>
            <a:r>
              <a:rPr lang="en-GB" dirty="0"/>
              <a:t>Peak data analysis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4A706-D19D-4C79-97F9-BC489483F7EF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223838" y="120650"/>
            <a:ext cx="7375842" cy="373803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800" b="1" i="0" kern="1200" cap="all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idx="14"/>
          </p:nvPr>
        </p:nvSpPr>
        <p:spPr>
          <a:xfrm>
            <a:off x="220663" y="1044575"/>
            <a:ext cx="4092256" cy="3539877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The 215% Peak is believed to be an artefact of out of band noise, and due to the 10 kHz span has a wider RBW.</a:t>
            </a:r>
          </a:p>
          <a:p>
            <a:pPr marL="0" indent="0">
              <a:buNone/>
            </a:pPr>
            <a:r>
              <a:rPr lang="en-GB" dirty="0"/>
              <a:t>Low Range span is 500 Hz</a:t>
            </a:r>
          </a:p>
          <a:p>
            <a:pPr marL="0" indent="0">
              <a:buNone/>
            </a:pPr>
            <a:r>
              <a:rPr lang="en-GB" sz="1100" dirty="0"/>
              <a:t>Frequency recorded is 6.1 to 502.9 Hz</a:t>
            </a:r>
          </a:p>
          <a:p>
            <a:pPr marL="0" indent="0">
              <a:buNone/>
            </a:pPr>
            <a:r>
              <a:rPr lang="en-GB" dirty="0"/>
              <a:t>Mid Range span is 10 kHz</a:t>
            </a:r>
          </a:p>
          <a:p>
            <a:pPr marL="0" indent="0">
              <a:buNone/>
            </a:pPr>
            <a:r>
              <a:rPr lang="en-GB" sz="1100" dirty="0"/>
              <a:t>Frequency recorded is 0.122 to 10.059 kHz</a:t>
            </a:r>
          </a:p>
          <a:p>
            <a:pPr marL="0" indent="0">
              <a:buNone/>
            </a:pPr>
            <a:r>
              <a:rPr lang="en-GB" dirty="0"/>
              <a:t>High Range span is 400 kHz</a:t>
            </a:r>
          </a:p>
          <a:p>
            <a:pPr marL="0" indent="0">
              <a:buNone/>
            </a:pPr>
            <a:r>
              <a:rPr lang="en-GB" sz="1100" dirty="0"/>
              <a:t>Frequency recorded is 4.883 to 402.343 kHz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4061460" y="1553528"/>
            <a:ext cx="1638300" cy="275272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6763" y="1462087"/>
            <a:ext cx="1690687" cy="2890838"/>
          </a:xfrm>
          <a:prstGeom prst="rect">
            <a:avLst/>
          </a:prstGeom>
          <a:solidFill>
            <a:srgbClr val="006600">
              <a:alpha val="30196"/>
            </a:srgbClr>
          </a:solidFill>
          <a:ln w="12700">
            <a:solidFill>
              <a:srgbClr val="006600">
                <a:alpha val="1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267450" y="1462087"/>
            <a:ext cx="822964" cy="2890838"/>
          </a:xfrm>
          <a:prstGeom prst="rect">
            <a:avLst/>
          </a:prstGeom>
          <a:solidFill>
            <a:srgbClr val="00CC00">
              <a:alpha val="30196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en-GB" dirty="0">
              <a:solidFill>
                <a:schemeClr val="tx1"/>
              </a:solidFill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2660762"/>
              </p:ext>
            </p:extLst>
          </p:nvPr>
        </p:nvGraphicFramePr>
        <p:xfrm>
          <a:off x="6037898" y="1507808"/>
          <a:ext cx="2714625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Worksheet" r:id="rId4" imgW="2714566" imgH="771457" progId="Excel.Sheet.12">
                  <p:embed/>
                </p:oleObj>
              </mc:Choice>
              <mc:Fallback>
                <p:oleObj name="Worksheet" r:id="rId4" imgW="2714566" imgH="7714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37898" y="1507808"/>
                        <a:ext cx="2714625" cy="77152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63311224"/>
      </p:ext>
    </p:extLst>
  </p:cSld>
  <p:clrMapOvr>
    <a:masterClrMapping/>
  </p:clrMapOvr>
</p:sld>
</file>

<file path=ppt/theme/theme1.xml><?xml version="1.0" encoding="utf-8"?>
<a:theme xmlns:a="http://schemas.openxmlformats.org/drawingml/2006/main" name="JLR">
  <a:themeElements>
    <a:clrScheme name="JLR">
      <a:dk1>
        <a:srgbClr val="131313"/>
      </a:dk1>
      <a:lt1>
        <a:sysClr val="window" lastClr="FFFFFF"/>
      </a:lt1>
      <a:dk2>
        <a:srgbClr val="8C8C8C"/>
      </a:dk2>
      <a:lt2>
        <a:srgbClr val="E8E8E8"/>
      </a:lt2>
      <a:accent1>
        <a:srgbClr val="573535"/>
      </a:accent1>
      <a:accent2>
        <a:srgbClr val="A47245"/>
      </a:accent2>
      <a:accent3>
        <a:srgbClr val="BBA56E"/>
      </a:accent3>
      <a:accent4>
        <a:srgbClr val="333348"/>
      </a:accent4>
      <a:accent5>
        <a:srgbClr val="4E5F7A"/>
      </a:accent5>
      <a:accent6>
        <a:srgbClr val="91A19F"/>
      </a:accent6>
      <a:hlink>
        <a:srgbClr val="131313"/>
      </a:hlink>
      <a:folHlink>
        <a:srgbClr val="52525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lIns="108000" tIns="108000" rIns="108000" bIns="108000" rtlCol="0" anchor="t" anchorCtr="0"/>
      <a:lstStyle>
        <a:defPPr algn="l"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defRPr sz="1400" dirty="0" smtClean="0"/>
        </a:defPPr>
      </a:lstStyle>
    </a:txDef>
  </a:objectDefaults>
  <a:extraClrSchemeLst/>
  <a:custClrLst>
    <a:custClr name="GREY BLACK">
      <a:srgbClr val="1E1E1E"/>
    </a:custClr>
    <a:custClr name="WHITE">
      <a:srgbClr val="FFFFFF"/>
    </a:custClr>
    <a:custClr name="GREY 1">
      <a:srgbClr val="525252"/>
    </a:custClr>
    <a:custClr name="GREY 2">
      <a:srgbClr val="8C8C8C"/>
    </a:custClr>
    <a:custClr name="GREY 3">
      <a:srgbClr val="C4C4C4"/>
    </a:custClr>
    <a:custClr name="GREY 4">
      <a:srgbClr val="E8E8E8"/>
    </a:custClr>
    <a:custClr name="-">
      <a:srgbClr val="FFFFFF"/>
    </a:custClr>
    <a:custClr name="-">
      <a:srgbClr val="FFFFFF"/>
    </a:custClr>
    <a:custClr name="-">
      <a:srgbClr val="FFFFFF"/>
    </a:custClr>
    <a:custClr name="-">
      <a:srgbClr val="FFFFFF"/>
    </a:custClr>
    <a:custClr name="Warm 1">
      <a:srgbClr val="6C4646"/>
    </a:custClr>
    <a:custClr name="Warm 2">
      <a:srgbClr val="BD845B"/>
    </a:custClr>
    <a:custClr name="Warm 3">
      <a:srgbClr val="C5AD7E"/>
    </a:custClr>
    <a:custClr name="Warm 4">
      <a:srgbClr val="E2D5BE"/>
    </a:custClr>
    <a:custClr name="Cool 1">
      <a:srgbClr val="40465C"/>
    </a:custClr>
    <a:custClr name="Cool 2">
      <a:srgbClr val="5B788F"/>
    </a:custClr>
    <a:custClr name="Cool 3">
      <a:srgbClr val="95ADAC"/>
    </a:custClr>
    <a:custClr name="Cool 4">
      <a:srgbClr val="CDD7D9"/>
    </a:custClr>
    <a:custClr name="Jaguar Red">
      <a:srgbClr val="9E1B32"/>
    </a:custClr>
    <a:custClr name="Land Rover Green">
      <a:srgbClr val="005A2B"/>
    </a:custClr>
  </a:custClrLst>
  <a:extLst>
    <a:ext uri="{05A4C25C-085E-4340-85A3-A5531E510DB2}">
      <thm15:themeFamily xmlns:thm15="http://schemas.microsoft.com/office/thememl/2012/main" name="JLR Dual Brand PowerPoint Template 2018 Default" id="{4C63C950-E37E-4AAF-8590-0289E19312F7}" vid="{0475CD88-90E9-47AC-B387-E4B0AE4044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GREY BLACK">
      <a:srgbClr val="1E1E1E"/>
    </a:custClr>
    <a:custClr name="WHITE">
      <a:srgbClr val="FFFFFF"/>
    </a:custClr>
    <a:custClr name="GREY 1">
      <a:srgbClr val="525252"/>
    </a:custClr>
    <a:custClr name="GREY 2">
      <a:srgbClr val="8C8C8C"/>
    </a:custClr>
    <a:custClr name="GREY 3">
      <a:srgbClr val="C4C4C4"/>
    </a:custClr>
    <a:custClr name="GREY 4">
      <a:srgbClr val="E8E8E8"/>
    </a:custClr>
    <a:custClr name="-">
      <a:srgbClr val="FFFFFF"/>
    </a:custClr>
    <a:custClr name="-">
      <a:srgbClr val="FFFFFF"/>
    </a:custClr>
    <a:custClr name="-">
      <a:srgbClr val="FFFFFF"/>
    </a:custClr>
    <a:custClr name="-">
      <a:srgbClr val="FFFFFF"/>
    </a:custClr>
    <a:custClr name="Warm 1">
      <a:srgbClr val="6C4646"/>
    </a:custClr>
    <a:custClr name="Warm 2">
      <a:srgbClr val="BD845B"/>
    </a:custClr>
    <a:custClr name="Warm 3">
      <a:srgbClr val="C5AD7E"/>
    </a:custClr>
    <a:custClr name="Warm 4">
      <a:srgbClr val="E2D5BE"/>
    </a:custClr>
    <a:custClr name="Cool 1">
      <a:srgbClr val="40465C"/>
    </a:custClr>
    <a:custClr name="Cool 2">
      <a:srgbClr val="5B788F"/>
    </a:custClr>
    <a:custClr name="Cool 3">
      <a:srgbClr val="95ADAC"/>
    </a:custClr>
    <a:custClr name="Cool 4">
      <a:srgbClr val="CDD7D9"/>
    </a:custClr>
    <a:custClr name="Jaguar Red">
      <a:srgbClr val="9E1B32"/>
    </a:custClr>
    <a:custClr name="Land Rover Green">
      <a:srgbClr val="005A2B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DBB64615F61B4EB69E8E10BBDC9BDA" ma:contentTypeVersion="8" ma:contentTypeDescription="Create a new document." ma:contentTypeScope="" ma:versionID="d3bd2b26f4134a3ee3dfc85bdf10000e">
  <xsd:schema xmlns:xsd="http://www.w3.org/2001/XMLSchema" xmlns:xs="http://www.w3.org/2001/XMLSchema" xmlns:p="http://schemas.microsoft.com/office/2006/metadata/properties" xmlns:ns2="33ff0acf-2ec3-408d-8748-a24f3d3699cf" targetNamespace="http://schemas.microsoft.com/office/2006/metadata/properties" ma:root="true" ma:fieldsID="26c4efec0bd5bdefaad2e0b597526262" ns2:_="">
    <xsd:import namespace="33ff0acf-2ec3-408d-8748-a24f3d3699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ff0acf-2ec3-408d-8748-a24f3d3699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F8F159-9844-4AF4-8529-4228AF5E763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FD4C05A-3721-4E51-BCE8-F3C0C82E7A9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982C43-6474-412B-9981-D9BDD22624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3ff0acf-2ec3-408d-8748-a24f3d3699c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293</TotalTime>
  <Words>254</Words>
  <Application>Microsoft Office PowerPoint</Application>
  <PresentationFormat>On-screen Show (16:9)</PresentationFormat>
  <Paragraphs>34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JLR</vt:lpstr>
      <vt:lpstr>EMF investigation</vt:lpstr>
      <vt:lpstr>GB 37130:2018 Limits</vt:lpstr>
      <vt:lpstr>BMW 740Le   </vt:lpstr>
      <vt:lpstr>BMW 740Le Data Recorded from location with highest EMF emissions</vt:lpstr>
      <vt:lpstr>Tesla Model X   </vt:lpstr>
      <vt:lpstr>Tesla Model X Data Recorded from location with highest EMF emissions</vt:lpstr>
      <vt:lpstr>Tesla Model X Peak data analysis  </vt:lpstr>
    </vt:vector>
  </TitlesOfParts>
  <Company>Jaguar Land Rover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McGaw, Philip (P.)</dc:creator>
  <cp:lastModifiedBy>Philip McGaw</cp:lastModifiedBy>
  <cp:revision>26</cp:revision>
  <dcterms:created xsi:type="dcterms:W3CDTF">2019-03-08T10:48:01Z</dcterms:created>
  <dcterms:modified xsi:type="dcterms:W3CDTF">2020-01-10T12:46:55Z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0x010100FFDBB64615F61B4EB69E8E10BBDC9BDA</vt:lpwstr>
  </property>
  <property fmtid="{D5CDD505-2E9C-101B-9397-08002B2CF9AE}" pid="3" name="Order">
    <vt:r8>5852300</vt:r8>
  </property>
  <property fmtid="{D5CDD505-2E9C-101B-9397-08002B2CF9AE}" pid="4" name="PrimaryPolicyCommitment">
    <vt:lpwstr/>
  </property>
  <property fmtid="{D5CDD505-2E9C-101B-9397-08002B2CF9AE}" pid="5" name="RelatedFunctions">
    <vt:lpwstr>647;#All|ff20392c-f58a-4878-bc07-3294c3236521</vt:lpwstr>
  </property>
  <property fmtid="{D5CDD505-2E9C-101B-9397-08002B2CF9AE}" pid="6" name="ResourceTypes">
    <vt:lpwstr>;#Working Instruction;#</vt:lpwstr>
  </property>
  <property fmtid="{D5CDD505-2E9C-101B-9397-08002B2CF9AE}" pid="7" name="RelatedWaiverDocuments">
    <vt:lpwstr/>
  </property>
  <property fmtid="{D5CDD505-2E9C-101B-9397-08002B2CF9AE}" pid="8" name="RelatedKeyWorkSystems">
    <vt:lpwstr>438;#10. Brand Model Creation and Delivery System|de5707f0-2d77-48b5-bec9-1ea2ad0deed3;#869;##10.04 Define Brand Strategy|d698321a-69e2-467e-9ad2-c081f697bce6</vt:lpwstr>
  </property>
  <property fmtid="{D5CDD505-2E9C-101B-9397-08002B2CF9AE}" pid="9" name="RelatedBusinessPriorities">
    <vt:lpwstr/>
  </property>
  <property fmtid="{D5CDD505-2E9C-101B-9397-08002B2CF9AE}" pid="10" name="RelatedRegions">
    <vt:lpwstr>648;#All|ff20392c-f58a-4878-bc07-3294c3236521</vt:lpwstr>
  </property>
  <property fmtid="{D5CDD505-2E9C-101B-9397-08002B2CF9AE}" pid="11" name="RelatedTopics">
    <vt:lpwstr/>
  </property>
  <property fmtid="{D5CDD505-2E9C-101B-9397-08002B2CF9AE}" pid="12" name="DocumentOwners">
    <vt:lpwstr>386;#Global Marketing|e0b710cf-c6d3-43a1-8630-de31700b267e</vt:lpwstr>
  </property>
  <property fmtid="{D5CDD505-2E9C-101B-9397-08002B2CF9AE}" pid="13" name="SAPSourceSystem">
    <vt:lpwstr/>
  </property>
  <property fmtid="{D5CDD505-2E9C-101B-9397-08002B2CF9AE}" pid="14" name="DocumentContentOwnerText">
    <vt:lpwstr/>
  </property>
  <property fmtid="{D5CDD505-2E9C-101B-9397-08002B2CF9AE}" pid="15" name="PolicyType">
    <vt:lpwstr>Corporate</vt:lpwstr>
  </property>
  <property fmtid="{D5CDD505-2E9C-101B-9397-08002B2CF9AE}" pid="16" name="SecondaryPolicyCommitment">
    <vt:lpwstr/>
  </property>
  <property fmtid="{D5CDD505-2E9C-101B-9397-08002B2CF9AE}" pid="17" name="SubType">
    <vt:lpwstr/>
  </property>
  <property fmtid="{D5CDD505-2E9C-101B-9397-08002B2CF9AE}" pid="18" name="DocumentAuthorText">
    <vt:lpwstr/>
  </property>
  <property fmtid="{D5CDD505-2E9C-101B-9397-08002B2CF9AE}" pid="19" name="ApprovingFunction">
    <vt:lpwstr>1905;#Marketing Sales and Service|3617296b-c237-41b7-9e55-0214083b70db</vt:lpwstr>
  </property>
  <property fmtid="{D5CDD505-2E9C-101B-9397-08002B2CF9AE}" pid="20" name="o72d03a6b0124fcd9116ffac64a96c16">
    <vt:lpwstr/>
  </property>
  <property fmtid="{D5CDD505-2E9C-101B-9397-08002B2CF9AE}" pid="21" name="RelatedProcedureDocuments">
    <vt:lpwstr/>
  </property>
  <property fmtid="{D5CDD505-2E9C-101B-9397-08002B2CF9AE}" pid="22" name="ArisProcessMapLink">
    <vt:lpwstr/>
  </property>
  <property fmtid="{D5CDD505-2E9C-101B-9397-08002B2CF9AE}" pid="23" name="RelatedProcesses">
    <vt:lpwstr/>
  </property>
  <property fmtid="{D5CDD505-2E9C-101B-9397-08002B2CF9AE}" pid="24" name="RelatedRoles">
    <vt:lpwstr/>
  </property>
  <property fmtid="{D5CDD505-2E9C-101B-9397-08002B2CF9AE}" pid="25" name="k7ab7f0d3705407585ad49050a0045ae">
    <vt:lpwstr/>
  </property>
  <property fmtid="{D5CDD505-2E9C-101B-9397-08002B2CF9AE}" pid="26" name="ArisProcessRequested">
    <vt:bool>false</vt:bool>
  </property>
  <property fmtid="{D5CDD505-2E9C-101B-9397-08002B2CF9AE}" pid="27" name="RelatedPolicies">
    <vt:lpwstr/>
  </property>
  <property fmtid="{D5CDD505-2E9C-101B-9397-08002B2CF9AE}" pid="28" name="Approver">
    <vt:lpwstr/>
  </property>
  <property fmtid="{D5CDD505-2E9C-101B-9397-08002B2CF9AE}" pid="29" name="RelatedDownload">
    <vt:lpwstr/>
  </property>
  <property fmtid="{D5CDD505-2E9C-101B-9397-08002B2CF9AE}" pid="30" name="SendEmai">
    <vt:lpwstr/>
  </property>
  <property fmtid="{D5CDD505-2E9C-101B-9397-08002B2CF9AE}" pid="31" name="xd_ProgID">
    <vt:lpwstr/>
  </property>
  <property fmtid="{D5CDD505-2E9C-101B-9397-08002B2CF9AE}" pid="32" name="TemplateUrl">
    <vt:lpwstr/>
  </property>
  <property fmtid="{D5CDD505-2E9C-101B-9397-08002B2CF9AE}" pid="33" name="_CopySource">
    <vt:lpwstr>https://jlrway.sp.jlrint.com/sites/jlrway/User Staging Content/NARMSTR1/JLR_Template_2017.pptx</vt:lpwstr>
  </property>
  <property fmtid="{D5CDD505-2E9C-101B-9397-08002B2CF9AE}" pid="34" name="WorkflowChangePath">
    <vt:lpwstr>d93a9958-29d7-45fd-80b0-fab7688a8a0d,77;d93a9958-29d7-45fd-80b0-fab7688a8a0d,87;</vt:lpwstr>
  </property>
  <property fmtid="{D5CDD505-2E9C-101B-9397-08002B2CF9AE}" pid="35" name="BlankApp">
    <vt:lpwstr/>
  </property>
  <property fmtid="{D5CDD505-2E9C-101B-9397-08002B2CF9AE}" pid="36" name="ArchiveD">
    <vt:lpwstr/>
  </property>
  <property fmtid="{D5CDD505-2E9C-101B-9397-08002B2CF9AE}" pid="37" name="Function">
    <vt:lpwstr/>
  </property>
</Properties>
</file>